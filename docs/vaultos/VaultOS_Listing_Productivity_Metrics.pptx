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VaultOS Listing Productivity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498079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Traditional eBay workflow</a:t>
            </a:r>
          </a:p>
          <a:p>
            <a:pPr lvl="1">
              <a:defRPr sz="1800"/>
            </a:pPr>
            <a:r>
              <a:t>• 20–30 cards/hour</a:t>
            </a:r>
          </a:p>
          <a:p>
            <a:pPr lvl="1">
              <a:defRPr sz="1800"/>
            </a:pPr>
            <a:r>
              <a:t>• 160–240 cards/day (8 hr)</a:t>
            </a:r>
          </a:p>
          <a:p>
            <a:pPr lvl="1">
              <a:defRPr sz="1800"/>
            </a:pPr>
            <a:r>
              <a:t>• ~$0.67–$1.00 labor per listing (@ ~$20/hr loaded labor)</a:t>
            </a:r>
          </a:p>
          <a:p>
            <a:pPr lvl="1">
              <a:defRPr sz="1800"/>
            </a:pPr>
          </a:p>
          <a:p>
            <a:pPr>
              <a:defRPr sz="1800"/>
            </a:pPr>
            <a:r>
              <a:t>VaultOS Target</a:t>
            </a:r>
          </a:p>
          <a:p>
            <a:pPr lvl="1">
              <a:defRPr sz="1800"/>
            </a:pPr>
            <a:r>
              <a:t>• 300 cards/hour</a:t>
            </a:r>
          </a:p>
          <a:p>
            <a:pPr lvl="1">
              <a:defRPr sz="1800"/>
            </a:pPr>
            <a:r>
              <a:t>• 2,400 cards/day (8 hr)</a:t>
            </a:r>
          </a:p>
          <a:p>
            <a:pPr lvl="1">
              <a:defRPr sz="1800"/>
            </a:pPr>
            <a:r>
              <a:t>• ~$0.07 labor per listing</a:t>
            </a:r>
          </a:p>
          <a:p>
            <a:pPr lvl="1">
              <a:defRPr sz="1800"/>
            </a:pPr>
          </a:p>
          <a:p>
            <a:pPr>
              <a:defRPr sz="1800"/>
            </a:pPr>
            <a:r>
              <a:t>Impact</a:t>
            </a:r>
          </a:p>
          <a:p>
            <a:pPr lvl="1">
              <a:defRPr sz="1800"/>
            </a:pPr>
            <a:r>
              <a:t>• ~10–15× productivity improvement</a:t>
            </a:r>
          </a:p>
          <a:p>
            <a:pPr lvl="1">
              <a:defRPr sz="1800"/>
            </a:pPr>
            <a:r>
              <a:t>• Makes lower-value inventory economically viable</a:t>
            </a:r>
          </a:p>
          <a:p>
            <a:pPr lvl="1">
              <a:defRPr sz="1800"/>
            </a:pPr>
            <a:r>
              <a:t>• KPI Focus: Cards/hr • Listings/hr • Cost/listing • Operator intervention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